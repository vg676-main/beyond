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71323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Что такое контент-план?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060704"/>
            <a:ext cx="2834640" cy="3200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463040"/>
            <a:ext cx="10972800" cy="438912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Контент-план — это заранее составленный план публикаций, который определяет, какой материал, когда и где будет опубликован.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В журналистике контент-план помогает организовать работу редакции, распределить темы и заранее подготовить материал.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0" i="0" lang="ru-RU" dirty="0">
                <a:solidFill>
                  <a:srgbClr val="555555"/>
                </a:solidFill>
                <a:latin typeface="Arial"/>
                <a:cs typeface="Arial"/>
                <a:ea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71323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Как составить контент-план?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060704"/>
            <a:ext cx="2834640" cy="3200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261872"/>
            <a:ext cx="10972800" cy="3657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 lang="ru-RU" dirty="0">
                <a:solidFill>
                  <a:srgbClr val="555555"/>
                </a:solidFill>
                <a:latin typeface="Arial"/>
                <a:cs typeface="Arial"/>
                <a:ea typeface="Arial"/>
              </a:rPr>
              <a:t>Разработка контент-плана может проходить в несколько этапов: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783080"/>
            <a:ext cx="539496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1. Определить цель.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Нужно понять, какую информацию мы хотим донести до аудитории.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291839"/>
            <a:ext cx="539496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2. Изучить аудиторию.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Надо определить её интересы и информационные потребности.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4800600"/>
            <a:ext cx="539496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3. Составить список тем.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Выбираются актуальные и разнообразные темы.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1783080"/>
            <a:ext cx="539496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4. Определить форматы и тематику.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Где опубликовать и о чём писать.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216" y="3291839"/>
            <a:ext cx="539496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5. Подобрать дату публикации.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4800600"/>
            <a:ext cx="539496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6. Назначить ответственных.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Если над проектом работает несколько человек, каждому распределяются задачи.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09728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0" i="0" lang="ru-RU" dirty="0">
                <a:solidFill>
                  <a:srgbClr val="555555"/>
                </a:solidFill>
                <a:latin typeface="Arial"/>
                <a:cs typeface="Arial"/>
                <a:ea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71323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Как выбираются темы?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060704"/>
            <a:ext cx="2834640" cy="3200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325880"/>
            <a:ext cx="10972800" cy="41148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Темы для журналистских материалов могут быть связаны с: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846320" cy="23774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400"/>
              </a:spcAft>
            </a:pP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•  новостями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400"/>
              </a:spcAft>
            </a:pP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•  актуальными событиями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400"/>
              </a:spcAft>
            </a:pP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•  культурой и образованием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59" y="1874519"/>
            <a:ext cx="4846320" cy="237744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400"/>
              </a:spcAft>
            </a:pP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•  спортом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400"/>
              </a:spcAft>
            </a:pP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•  известными личностями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400"/>
              </a:spcAft>
            </a:pP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•  местными событиями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4709160"/>
            <a:ext cx="10972800" cy="137160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При выборе темы важно учитывать её актуальность, общественную значимость и интерес для аудитории.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0" i="0" lang="ru-RU" dirty="0">
                <a:solidFill>
                  <a:srgbClr val="555555"/>
                </a:solidFill>
                <a:latin typeface="Arial"/>
                <a:cs typeface="Arial"/>
                <a:ea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71323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Что учитывать при создании контент-плана?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060704"/>
            <a:ext cx="2834640" cy="3200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298448"/>
            <a:ext cx="10972800" cy="38404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Хороший контент-план должен быть: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38528"/>
            <a:ext cx="128016" cy="1280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актуальным</a:t>
            </a: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 — учитывать события и новости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61488"/>
            <a:ext cx="128016" cy="1280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1042416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разнообразным</a:t>
            </a: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 — включать разные темы и форматы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84448"/>
            <a:ext cx="128016" cy="1280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74720"/>
            <a:ext cx="1042416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реалистичным</a:t>
            </a: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 — соответствовать возможностям редакции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07408"/>
            <a:ext cx="128016" cy="1280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97680"/>
            <a:ext cx="1042416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гибким</a:t>
            </a: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 — позволять менять план при появлении важных новостей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30368"/>
            <a:ext cx="128016" cy="1280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20640"/>
            <a:ext cx="10424160" cy="731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ориентированным на аудиторию</a:t>
            </a: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 — учитывать её интересы и потребности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109728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0" i="0" lang="ru-RU" dirty="0">
                <a:solidFill>
                  <a:srgbClr val="555555"/>
                </a:solidFill>
                <a:latin typeface="Arial"/>
                <a:cs typeface="Arial"/>
                <a:ea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64240" cy="713232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 lang="ru-RU" dirty="0">
                <a:solidFill>
                  <a:srgbClr val="1F4E79"/>
                </a:solidFill>
                <a:latin typeface="Arial"/>
                <a:cs typeface="Arial"/>
                <a:ea typeface="Arial"/>
              </a:rPr>
              <a:t>Заключение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060704"/>
            <a:ext cx="2834640" cy="3200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554480"/>
            <a:ext cx="10972800" cy="40233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Контент-план позволяет заранее определить темы, форматы, сроки и площадки для публикаций.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 lang="ru-RU" dirty="0">
                <a:solidFill>
                  <a:srgbClr val="2D2D2D"/>
                </a:solidFill>
                <a:latin typeface="Arial"/>
                <a:cs typeface="Arial"/>
                <a:ea typeface="Arial"/>
              </a:rPr>
              <a:t>Но действительно хороший контент-план должен сочетать структуру, разнообразие и гибкость. Поэтому он так важен в работе.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0" i="0" lang="ru-RU" dirty="0">
                <a:solidFill>
                  <a:srgbClr val="555555"/>
                </a:solidFill>
                <a:latin typeface="Arial"/>
                <a:cs typeface="Arial"/>
                <a:ea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Контент-план</dc:title>
  <dc:subject/>
  <dc:creator/>
  <cp:keywords/>
  <dc:description/>
  <cp:lastModifiedBy/>
  <cp:revision>1</cp:revision>
  <dcterms:created xsi:type="dcterms:W3CDTF">2026-10-07T16:40:00Z</dcterms:created>
  <dcterms:modified xsi:type="dcterms:W3CDTF">2026-10-07T17:05:00Z</dcterms:modified>
  <cp:category/>
</cp:coreProperties>
</file>